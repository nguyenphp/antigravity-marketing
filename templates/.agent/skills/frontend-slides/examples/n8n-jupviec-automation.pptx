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Tự động hóa Contentvới n8n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Giải pháp tối ưu hiệu năng và chi phí cho JupViec.vn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vận hành n8n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Nguồn dữ liệu</a:t>
            </a:r>
          </a:p>
          <a:p>
            <a:pPr/>
            <a:r>
              <a:t>AI Processing</a:t>
            </a:r>
          </a:p>
          <a:p>
            <a:pPr/>
            <a:r>
              <a:t>Review &amp; Edit</a:t>
            </a:r>
          </a:p>
          <a:p>
            <a:pPr/>
            <a:r>
              <a:t>Publishing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 tiết các bước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Tự động lấy dữ liệu từ Google Sheets, RSS feed tin tức gia đình, hoặc trend mới nhất từ Social Media.</a:t>
            </a:r>
          </a:p>
          <a:p>
            <a:pPr/>
            <a:r>
              <a:t>Sử dụng LLM (Gemini/GPT) để lên đề cương, viết nội dung chi tiết và tạo hình ảnh minh họa qua n8n nodes.</a:t>
            </a:r>
          </a:p>
          <a:p>
            <a:pPr/>
            <a:r>
              <a:t>Workflow gửi thông báo qua Slack/Telegram cho Admin duyệt. Chỉ cần nhấn "Duyệt" để tiến hành đăng tải.</a:t>
            </a:r>
          </a:p>
          <a:p>
            <a:pPr/>
            <a:r>
              <a:t>Tự động đăng bài lên WordPress blog, Fanpage Facebook, Group cộng đồng và gửi Newsletter email.</a:t>
            </a:r>
          </a:p>
          <a:p>
            <a:pPr/>
            <a:r>
              <a:t>1. Nhập liệu (Input)</a:t>
            </a:r>
            <a:br/>
            <a:r>
              <a:t>                    Tự động lấy dữ liệu từ Google Sheets, RSS feed tin tức gia đình, hoặc trend mới nhất từ Social Media.</a:t>
            </a:r>
          </a:p>
          <a:p>
            <a:pPr/>
            <a:r>
              <a:t>2. Phân tích &amp; Viết (AI Write)</a:t>
            </a:r>
            <a:br/>
            <a:r>
              <a:t>                    Sử dụng LLM (Gemini/GPT) để lên đề cương, viết nội dung chi tiết và tạo hình ảnh minh họa qua n8n nodes.</a:t>
            </a:r>
          </a:p>
          <a:p>
            <a:pPr/>
            <a:r>
              <a:t>3. Kiểm duyệt (Human-in-the-loop)</a:t>
            </a:r>
            <a:br/>
            <a:r>
              <a:t>                    Workflow gửi thông báo qua Slack/Telegram cho Admin duyệt. Chỉ cần nhấn "Duyệt" để tiến hành đăng tải.</a:t>
            </a:r>
          </a:p>
          <a:p>
            <a:pPr/>
            <a:r>
              <a:t>4. Phân phối (Publishing)</a:t>
            </a:r>
            <a:br/>
            <a:r>
              <a:t>                    Tự động đăng bài lên WordPress blog, Fanpage Facebook, Group cộng đồng và gửi Newsletter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Ưu điểm vượt trội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Từ ý tưởng đến bài viết trong 30 giây thay vì 3 tiếng.</a:t>
            </a:r>
          </a:p>
          <a:p>
            <a:pPr/>
            <a:r>
              <a:t>Giảm 80% chi phí sản xuất content so với thuê agency.</a:t>
            </a:r>
          </a:p>
          <a:p>
            <a:pPr/>
            <a:r>
              <a:t>Nội dung đa kênh luôn duy trì đúng Brand Voice của JupViec.</a:t>
            </a:r>
          </a:p>
          <a:p>
            <a:pPr/>
            <a:r>
              <a:t>⚡</a:t>
            </a:r>
          </a:p>
          <a:p>
            <a:pPr/>
            <a:r>
              <a:t>💰</a:t>
            </a:r>
          </a:p>
          <a:p>
            <a:pPr/>
            <a:r>
              <a:t>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Mở rộng n8n cho JupViec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Một nền tảng, vạn khả năng - Tối ưu toàn bộ hành trình khách hàng &amp; nhân viên.</a:t>
            </a:r>
          </a:p>
          <a:p>
            <a:pPr/>
            <a:r>
              <a:t>Tự động matching Người giúp việc với Khách hàng dựa trên vị trí và lịch trống.</a:t>
            </a:r>
          </a:p>
          <a:p>
            <a:pPr/>
            <a:r>
              <a:t>AI Chatbot phân loại khiếu nại và tự động gửi voucher xin lỗi cho các case đơn giản.</a:t>
            </a:r>
          </a:p>
          <a:p>
            <a:pPr/>
            <a:r>
              <a:t>Sàng lọc hồ sơ Người giúp việc tự động từ Form đăng ký và hẹn lịch phỏng vấn.</a:t>
            </a:r>
          </a:p>
          <a:p>
            <a:pPr/>
            <a:r>
              <a:t>Tổng hợp báo cáo doanh thu, đánh giá sao hàng ngày gửi trực tiếp lên Slack/Email.</a:t>
            </a:r>
          </a:p>
          <a:p>
            <a:pPr/>
            <a:r>
              <a:t>Vận hành (Operations)</a:t>
            </a:r>
            <a:br/>
            <a:r>
              <a:t>                    Tự động matching Người giúp việc với Khách hàng dựa trên vị trí và lịch trống.</a:t>
            </a:r>
          </a:p>
          <a:p>
            <a:pPr/>
            <a:r>
              <a:t>Chăm sóc khách hàng (CS)</a:t>
            </a:r>
            <a:br/>
            <a:r>
              <a:t>                    AI Chatbot phân loại khiếu nại và tự động gửi voucher xin lỗi cho các case đơn giản.</a:t>
            </a:r>
          </a:p>
          <a:p>
            <a:pPr/>
            <a:r>
              <a:t>Nhân sự (HR)</a:t>
            </a:r>
            <a:br/>
            <a:r>
              <a:t>                    Sàng lọc hồ sơ Người giúp việc tự động từ Form đăng ký và hẹn lịch phỏng vấn.</a:t>
            </a:r>
          </a:p>
          <a:p>
            <a:pPr/>
            <a:r>
              <a:t>Dữ liệu (BI)</a:t>
            </a:r>
            <a:br/>
            <a:r>
              <a:t>                    Tổng hợp báo cáo doanh thu, đánh giá sao hàng ngày gửi trực tiếp lên Slack/Email.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Đào sâu: Team Marketing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Scrape social mentions khách tìm người giúp việc -&gt; Thêm vào CRM -&gt; Alert Sales.</a:t>
            </a:r>
          </a:p>
          <a:p>
            <a:pPr/>
            <a:r>
              <a:t>Theo dõi hiệu quả Facebook Ads -&gt; Tự động dừng các camp kém -&gt; Tăng ngân sách camp tốt.</a:t>
            </a:r>
          </a:p>
          <a:p>
            <a:pPr/>
            <a:r>
              <a:t>Theo dõi từ khóa hot -&gt; Gợi ý chủ đề bài viết blog hàng tuần dựa trên xu hướng tìm kiếm.</a:t>
            </a:r>
          </a:p>
          <a:p>
            <a:pPr/>
            <a:r>
              <a:t>Quét các đánh giá trên App Store/Play Store -&gt; Phân tích cảm xúc AI -&gt; Phản hồi tự động.</a:t>
            </a:r>
          </a:p>
          <a:p>
            <a:pPr/>
            <a:r>
              <a:t>Phát hiện các bài đăng phàn nàn về dịch vụ dọn dẹp trên các group cộng đồng để xử lý kịp thời.</a:t>
            </a:r>
          </a:p>
          <a:p>
            <a:pPr/>
            <a:r>
              <a:t>Tự động hóa đối soát hoa hồng cho các CTV giới thiệu khách hàng mới cho JupViec.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Phân phối Đa kênh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Mà không cần thêm bất kỳ nhân sự Marketing nào.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Bắt đầu ngay hôm nay!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không chỉ là công cụ, đó là lợi thế cạnh tranh của JupViec.vn trên thị trường công nghệ giúp việc.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